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 No logo file supplied yet: drop oecd-logo.png into the build folder and rebuild to place it top-left.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ien.orf.at/stories/3200562/" TargetMode="External"/><Relationship Id="rId4" Type="http://schemas.openxmlformats.org/officeDocument/2006/relationships/hyperlink" Target="https://www.wienerzeitung.at/nachrichten/politik/oesterreich/2175563-Nur-42-Pflichtschullehrer-kamen-aus-Pension-zurueck.html" TargetMode="External"/><Relationship Id="rId5"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&amp;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6"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7"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8"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9"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0"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1"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2"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3"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4"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5"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6"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7"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8"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19"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0"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1"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it uses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Flexible positions, 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whether they retired or moved to another job,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Vienna posted letters in December 2022 to some 300 of them, and to every retired teacher up to the age of 67; the public broadcaster (ORF) reports that three accepted. From February 2023 the directorate passed the job to school principals, who put the question in person to staff approaching retirement age, usually offering reduced hours to stay on. A teacher who returns keeps the full pension and signs a separate contract paid on the beginner's salary scale. A national newspaper (Wiener Zeitung) counted 42 returns from retirement in the country's compulsory schools in 2022/23, out of more than 70,000 teachers, and a 2025 academic study points to pension and seniority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5"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who goes back to the classroom is paid at the salary step they had reached when they retired, from the first day of substitute work, rather than the flat substitute rate, and the pension keeps running in full. The measure was introduced during the pandemic and later made permanent, and the ministry followed it with a personal letter from the minister to every retired teacher. A returning retiree earns about 412 Canadian dollars a day (about 275 euros) instead of 212 dollars (about 140 euros), and up to 578 dollars (about 385 euros) on longer contracts. Seven hundred retirees came back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a retired public-school teacher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a primary school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registered teacher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school with an unfilled post in a shortage subject, or a school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The returning teacher keeps the full pension and receives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teacher coming back to the classroom starts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Any former teacher who asks is given a named adviser, who then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teacher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or college lecturer may go back to work in a public school, college or university for up to three years with no limit on salary or hours and no loss of pension. The retiree applies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retired teacher could take a full-time classroom post and draw the state pension alongside the salary, which put a returning teacher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without a refresher course, with registration fees paid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2026-09-18T08:06:24Z</dcterms:created>
  <dcterms:modified xsi:type="dcterms:W3CDTF">2026-09-18T08:06:24Z</dcterms:modified>
</cp:coreProperties>
</file>