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 No logo file supplied yet: drop oecd-logo.png into the build folder and rebuild to place it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ien.orf.at/stories/3200562/" TargetMode="External"/><Relationship Id="rId4" Type="http://schemas.openxmlformats.org/officeDocument/2006/relationships/hyperlink" Target="https://www.wienerzeitung.at/nachrichten/politik/oesterreich/2175563-Nur-42-Pflichtschullehrer-kamen-aus-Pension-zurueck.html" TargetMode="External"/><Relationship Id="rId5"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&amp;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6"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7"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8"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9"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0"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1"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2"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3"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4"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5"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6"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7"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8"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19"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0"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1"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it uses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Flexible positions, 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Austria's regional education directorates, the authorities that administer schools in each province, wrote to teachers who had already retired and asked them to come back to the classroom. The Vienna directorate posted letters in December 2022 to some 300 retired teachers, and extended the offer to every retired teacher up to the age of 67; according to ORF, three accepted. From February 2023 the directorate passed the task to school principals, who were asked to put the question in person, this time to staff approaching retirement age, usually proposing that they stay on with reduced hours; Vorarlberg created a post to promote the option. A returning teacher keeps the full pension and signs a separate contract paid on the beginner's salary scale. The Wiener Zeitung reported 42 returns from retirement across Austria's compulsory schools in 2022/23, out of more than 70,000 teachers, and a 2025 study in the European Journal of Teacher Education points to pension and service-crediting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5"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Bahamian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Ontario's teachers' pension plan caps at fifty the number of days a retired teacher may work for a school board in a school year while still drawing the full pension; past that limit the pension stops for the rest of the year. The provincial government and the teachers' federation, which sponsor the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a retired teacher who goes back to the classroom at the salary step they had reached when they retired, from the first day of substitute work, rather than the flat substitute rate, and the pension keeps running in full. The measure was introduced during the pandemic and later made permanent, and the ministry followed it with a personal letter from the minister to every retired teacher. A returning retiree earns about 412 Canadian dollars a day (about 275 euros) instead of 212 dollars (about 140 euros), and up to 578 dollars (about 385 euros) on longer contracts. Seven hundred retirees came back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posts retired principals, senior teachers and ‘special-grade’ teachers aged 65 or under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French rules on drawing a pension while working let a retired public-school teacher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raised, and then removed altogether, the ceiling that cut a retired teacher's pension once pay and pension together passed a set share of their former salary. The state parliament lifted it in 2022, which let a pensioner teach around nine or ten hours a week with nothing deducted, and raised overtime pay for serving teachers at the same time. In 2024 the ceiling for retired teachers was dropped completely, so a pensioner can now teach as many hours as a school needs and still draw the full pension. Before the change, teaching after retirement cost a pensioner part of the pension, which is why few did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exempts the first fifty days a retired teacher works in a calendar year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a primary school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dropped the refresher course that a registered teacher who had not taught for five years or more used to need before getting a practising certificate back.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a school with an unfilled post in a shortage subject, or a school officially classed as under-staffed, sign a fixed-term contract with a teacher who retired five years ago or less. The school applies through an online form of the schools' administration directorate and the ministry authorises the contract within a yearly quota agreed with the finance ministry. The returning teacher keeps the full pension and receives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registers trained ex-teachers, retirees among them,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at the University of Zaragoza, as part of the faculty's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gives a teacher coming back to the classroom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gives any former teacher who asks a named adviser, who then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department's ‘Get Into Teaching’ service and was the channel for its ‘Come back to teaching’ campaign in January 2022. Returners are a large part of teacher supply in England: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Aurora Public Schools hired recently retired teachers part-time to mentor first- and second-year teachers in high-poverty elementary schools, meeting them weekly and sitting in on their lessons for two years. The district's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House Bill 385 let a Georgia teacher who had retired with thirty or more years of service, and had been retired at least a year,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Georgia's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a retired teacher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cut from nine months to six the wait before a school can re-hire a retired school employee, and removed the cap on what they may earn once the six months have passed,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AARP Foundation trains people over fifty, many of them retired teachers, and places them in high-poverty public schools to tutor children who are behind in reading, in short weekly sessions with small groups. Volunteers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a retired teacher or college lecturer go back to work in a public school, college or university for up to three years with no limit on salary or hours and no loss of pension. The retiree applies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let a retired teacher take a full-time classroom post and draw the state pension alongside the salary, which put a returning teacher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told its state superintendent to issue or renew teaching licences for retired and out-of-state teachers whose licences had lapsed, and its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2026-09-18T08:01:41Z</dcterms:created>
  <dcterms:modified xsi:type="dcterms:W3CDTF">2026-09-18T08:01:41Z</dcterms:modified>
</cp:coreProperties>
</file>