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the five circles at the foot are, in order, Financial incentives, Information &amp; nudges, Support &amp; training, Flexible positions and Flexible re-certification. Copy a lit dot from any slide of the deck over the ones this policy uses, and leave the others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832104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 Give amounts in the local currency with the approximate euro equivalent in brackets, and describe an institution before naming it, for example a national newspaper (name).</a:t>
            </a:r>
            <a:endParaRPr lang="en-US" sz="1500" dirty="0"/>
          </a:p>
        </p:txBody>
      </p:sp>
      <p:sp>
        <p:nvSpPr>
          <p:cNvPr id="9" name="Text 7"/>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8695944" y="5815584"/>
            <a:ext cx="475488" cy="475488"/>
          </a:xfrm>
          <a:prstGeom prst="ellipse">
            <a:avLst/>
          </a:prstGeom>
          <a:solidFill>
            <a:srgbClr val="DCE6E0"/>
          </a:solidFill>
          <a:ln w="12700">
            <a:solidFill>
              <a:srgbClr val="DCE6E0"/>
            </a:solidFill>
            <a:prstDash val="solid"/>
          </a:ln>
        </p:spPr>
      </p:sp>
      <p:sp>
        <p:nvSpPr>
          <p:cNvPr id="11" name="Text 9"/>
          <p:cNvSpPr txBox="1"/>
          <p:nvPr/>
        </p:nvSpPr>
        <p:spPr>
          <a:xfrm>
            <a:off x="8695944" y="5815584"/>
            <a:ext cx="475488" cy="475488"/>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1</a:t>
            </a:r>
            <a:endParaRPr lang="en-US" sz="1000" dirty="0"/>
          </a:p>
        </p:txBody>
      </p:sp>
      <p:sp>
        <p:nvSpPr>
          <p:cNvPr id="12" name="Shape 10"/>
          <p:cNvSpPr/>
          <p:nvPr/>
        </p:nvSpPr>
        <p:spPr>
          <a:xfrm>
            <a:off x="9336024" y="5815584"/>
            <a:ext cx="475488" cy="475488"/>
          </a:xfrm>
          <a:prstGeom prst="ellipse">
            <a:avLst/>
          </a:prstGeom>
          <a:solidFill>
            <a:srgbClr val="DCE6E0"/>
          </a:solidFill>
          <a:ln w="12700">
            <a:solidFill>
              <a:srgbClr val="DCE6E0"/>
            </a:solidFill>
            <a:prstDash val="solid"/>
          </a:ln>
        </p:spPr>
      </p:sp>
      <p:sp>
        <p:nvSpPr>
          <p:cNvPr id="13" name="Text 11"/>
          <p:cNvSpPr txBox="1"/>
          <p:nvPr/>
        </p:nvSpPr>
        <p:spPr>
          <a:xfrm>
            <a:off x="9336024" y="5815584"/>
            <a:ext cx="475488" cy="475488"/>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2</a:t>
            </a:r>
            <a:endParaRPr lang="en-US" sz="1000" dirty="0"/>
          </a:p>
        </p:txBody>
      </p:sp>
      <p:sp>
        <p:nvSpPr>
          <p:cNvPr id="14" name="Shape 12"/>
          <p:cNvSpPr/>
          <p:nvPr/>
        </p:nvSpPr>
        <p:spPr>
          <a:xfrm>
            <a:off x="9976104" y="5815584"/>
            <a:ext cx="475488" cy="475488"/>
          </a:xfrm>
          <a:prstGeom prst="ellipse">
            <a:avLst/>
          </a:prstGeom>
          <a:solidFill>
            <a:srgbClr val="DCE6E0"/>
          </a:solidFill>
          <a:ln w="12700">
            <a:solidFill>
              <a:srgbClr val="DCE6E0"/>
            </a:solidFill>
            <a:prstDash val="solid"/>
          </a:ln>
        </p:spPr>
      </p:sp>
      <p:sp>
        <p:nvSpPr>
          <p:cNvPr id="15" name="Text 13"/>
          <p:cNvSpPr txBox="1"/>
          <p:nvPr/>
        </p:nvSpPr>
        <p:spPr>
          <a:xfrm>
            <a:off x="9976104" y="5815584"/>
            <a:ext cx="475488" cy="475488"/>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3</a:t>
            </a:r>
            <a:endParaRPr lang="en-US" sz="1000" dirty="0"/>
          </a:p>
        </p:txBody>
      </p:sp>
      <p:sp>
        <p:nvSpPr>
          <p:cNvPr id="16" name="Shape 14"/>
          <p:cNvSpPr/>
          <p:nvPr/>
        </p:nvSpPr>
        <p:spPr>
          <a:xfrm>
            <a:off x="10616184" y="5815584"/>
            <a:ext cx="475488" cy="475488"/>
          </a:xfrm>
          <a:prstGeom prst="ellipse">
            <a:avLst/>
          </a:prstGeom>
          <a:solidFill>
            <a:srgbClr val="DCE6E0"/>
          </a:solidFill>
          <a:ln w="12700">
            <a:solidFill>
              <a:srgbClr val="DCE6E0"/>
            </a:solidFill>
            <a:prstDash val="solid"/>
          </a:ln>
        </p:spPr>
      </p:sp>
      <p:sp>
        <p:nvSpPr>
          <p:cNvPr id="17" name="Text 15"/>
          <p:cNvSpPr txBox="1"/>
          <p:nvPr/>
        </p:nvSpPr>
        <p:spPr>
          <a:xfrm>
            <a:off x="10616184" y="5815584"/>
            <a:ext cx="475488" cy="475488"/>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4</a:t>
            </a:r>
            <a:endParaRPr lang="en-US" sz="1000" dirty="0"/>
          </a:p>
        </p:txBody>
      </p:sp>
      <p:sp>
        <p:nvSpPr>
          <p:cNvPr id="18" name="Shape 16"/>
          <p:cNvSpPr/>
          <p:nvPr/>
        </p:nvSpPr>
        <p:spPr>
          <a:xfrm>
            <a:off x="11256264" y="5815584"/>
            <a:ext cx="475488" cy="475488"/>
          </a:xfrm>
          <a:prstGeom prst="ellipse">
            <a:avLst/>
          </a:prstGeom>
          <a:solidFill>
            <a:srgbClr val="DCE6E0"/>
          </a:solidFill>
          <a:ln w="12700">
            <a:solidFill>
              <a:srgbClr val="DCE6E0"/>
            </a:solidFill>
            <a:prstDash val="solid"/>
          </a:ln>
        </p:spPr>
      </p:sp>
      <p:sp>
        <p:nvSpPr>
          <p:cNvPr id="19" name="Text 17"/>
          <p:cNvSpPr txBox="1"/>
          <p:nvPr/>
        </p:nvSpPr>
        <p:spPr>
          <a:xfrm>
            <a:off x="11256264" y="5815584"/>
            <a:ext cx="475488" cy="475488"/>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9"/>
          <p:cNvSpPr/>
          <p:nvPr/>
        </p:nvSpPr>
        <p:spPr>
          <a:xfrm>
            <a:off x="10085832" y="384048"/>
            <a:ext cx="1645920" cy="429768"/>
          </a:xfrm>
          <a:prstGeom prst="roundRect">
            <a:avLst>
              <a:gd name="adj" fmla="val 50000"/>
            </a:avLst>
          </a:prstGeom>
          <a:solidFill>
            <a:srgbClr val="8C9B95"/>
          </a:solidFill>
          <a:ln w="12700">
            <a:solidFill>
              <a:srgbClr val="8C9B95"/>
            </a:solidFill>
            <a:prstDash val="solid"/>
          </a:ln>
        </p:spPr>
      </p:sp>
      <p:sp>
        <p:nvSpPr>
          <p:cNvPr id="22" name="Text 20"/>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Scale</a:t>
            </a:r>
            <a:endParaRPr lang="en-US" sz="1400" dirty="0"/>
          </a:p>
        </p:txBody>
      </p:sp>
      <p:sp>
        <p:nvSpPr>
          <p:cNvPr id="23" name="Text 21"/>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8C9B95"/>
                </a:solidFill>
                <a:latin typeface="Calibri" pitchFamily="34" charset="0"/>
                <a:ea typeface="Calibri" pitchFamily="34" charset="-122"/>
                <a:cs typeface="Calibri" pitchFamily="34" charset="-120"/>
              </a:rPr>
              <a:t>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slide template</dc:title>
  <dc:subject>PptxGenJS Presentation</dc:subject>
  <dc:creator>PptxGenJS</dc:creator>
  <cp:lastModifiedBy>PptxGenJS</cp:lastModifiedBy>
  <cp:revision>1</cp:revision>
  <dcterms:created xsi:type="dcterms:W3CDTF">2026-09-18T14:49:20Z</dcterms:created>
  <dcterms:modified xsi:type="dcterms:W3CDTF">2026-09-18T14:49:20Z</dcterms:modified>
</cp:coreProperties>
</file>