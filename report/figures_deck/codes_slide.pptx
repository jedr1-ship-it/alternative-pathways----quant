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lternative-Pathways----Quant/report/figures_deck/codes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2026-08-10T09:50:26Z</dcterms:created>
  <dcterms:modified xsi:type="dcterms:W3CDTF">2026-08-10T09:50:26Z</dcterms:modified>
</cp:coreProperties>
</file>