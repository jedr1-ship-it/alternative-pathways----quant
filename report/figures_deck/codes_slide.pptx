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Who Counts as a Teacher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024128"/>
            <a:ext cx="10543032" cy="0"/>
          </a:xfrm>
          <a:prstGeom prst="line">
            <a:avLst/>
          </a:prstGeom>
          <a:noFill/>
          <a:ln w="15240">
            <a:solidFill>
              <a:srgbClr val="00549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1155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Occupation of the longest job held last year (CPS ASEC) — three Census classifications, 28 survey years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1998–2002</a:t>
            </a:r>
            <a:endParaRPr lang="en-US" sz="15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teaching years 1997–2001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050" i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1990 Census classification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155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prekindergarten and kindergarten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156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elementary school†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157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secondary school†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158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special education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159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n.e.c. (not elsewhere classified)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61772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2003–2019</a:t>
            </a:r>
            <a:endParaRPr lang="en-US" sz="15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teaching years 2002–2018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050" i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2002/2010 Census classification (SOC)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teachers†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2340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0" y="15544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2020–2025</a:t>
            </a:r>
            <a:endParaRPr lang="en-US" sz="15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teaching years 2019–2024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050" i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2018 Census classification (SOC 2018)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teachers†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150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2360   </a:t>
            </a:r>
            <a:pPr algn="l"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1148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Never included (they carry their own codes, outside the set):  postsecondary teachers (2200s)  ·  tutors (2350, 2018 cl.)  ·  teaching assistants (2540/2545)  ·  childcare workers (4600)  ·  education administrators (0230)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4663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Are the codes traceable across census years?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0292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Yes  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 a block: the K–12 teaching group maps one-to-one across the three classifications — every figure uses the union of the codes, never a sub-code across regimes.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†  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sub-codes are not: middle-school teachers sit under elementary or secondary before 2003 and with elementary (2310) after; “other teachers” is renumbered 2340 → 2360 in 2020.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Yes  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within each survey: last year’s job (OCCUP) and the current job (PEIOOCC) share one classification, so no leaver/switch comparison straddles a code change (seams: 2003, 2020).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Yes  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for people, but only two years: the CPS links the same person across two consecutive March interviews (PERIDNUM), never longer.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2026-08-10T09:58:36Z</dcterms:created>
  <dcterms:modified xsi:type="dcterms:W3CDTF">2026-08-10T09:58:36Z</dcterms:modified>
</cp:coreProperties>
</file>