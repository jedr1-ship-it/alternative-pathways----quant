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t1_c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t2_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t3_rich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t4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t5_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lternative-Pathways----Quant/37b5ad96-b2b0-50d1-9e4b-6301ff28b789/scratchpad/t6_whym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2026-09-22T14:27:12Z</dcterms:created>
  <dcterms:modified xsi:type="dcterms:W3CDTF">2026-09-22T14:27:12Z</dcterms:modified>
</cp:coreProperties>
</file>