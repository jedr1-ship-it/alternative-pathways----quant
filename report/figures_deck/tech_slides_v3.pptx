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By the Census occupation code — the code the Census Bureau assigns to the occupation of the longest job held last year (CPS ASEC)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96596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6596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4068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4068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15400" y="12984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15400" y="1554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" y="192024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568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0720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4068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040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0" y="2249424"/>
            <a:ext cx="228600" cy="0"/>
          </a:xfrm>
          <a:prstGeom prst="line">
            <a:avLst/>
          </a:prstGeom>
          <a:noFill/>
          <a:ln w="12700">
            <a:solidFill>
              <a:srgbClr val="C08A1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15400" y="1920240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CF6E8"/>
          </a:solidFill>
          <a:ln w="12700">
            <a:solidFill>
              <a:srgbClr val="C08A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A1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756648" y="192024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6596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568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80720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040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8192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3044952"/>
            <a:ext cx="228600" cy="0"/>
          </a:xfrm>
          <a:prstGeom prst="line">
            <a:avLst/>
          </a:prstGeom>
          <a:noFill/>
          <a:ln w="12700">
            <a:solidFill>
              <a:srgbClr val="00549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715768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BF1F7"/>
          </a:solidFill>
          <a:ln w="12700">
            <a:solidFill>
              <a:srgbClr val="0054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5128" y="2715768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756648" y="271576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20040" y="35112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96596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568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80720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1208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4068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5040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28192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3840480"/>
            <a:ext cx="228600" cy="0"/>
          </a:xfrm>
          <a:prstGeom prst="line">
            <a:avLst/>
          </a:prstGeom>
          <a:noFill/>
          <a:ln w="12700">
            <a:solidFill>
              <a:srgbClr val="3A8A6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511296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CF4F0"/>
          </a:solidFill>
          <a:ln w="12700">
            <a:solidFill>
              <a:srgbClr val="3A8A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25128" y="351129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756648" y="351129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0040" y="430682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6596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7568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280720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21208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4068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5040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28192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686800" y="4636008"/>
            <a:ext cx="228600" cy="0"/>
          </a:xfrm>
          <a:prstGeom prst="line">
            <a:avLst/>
          </a:prstGeom>
          <a:noFill/>
          <a:ln w="12700">
            <a:solidFill>
              <a:srgbClr val="B544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915400" y="4306824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F8EEED"/>
          </a:solidFill>
          <a:ln w="12700">
            <a:solidFill>
              <a:srgbClr val="B544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25128" y="4306824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756648" y="430682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0040" y="510235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7568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280720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21208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5040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628192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686800" y="5431536"/>
            <a:ext cx="228600" cy="0"/>
          </a:xfrm>
          <a:prstGeom prst="line">
            <a:avLst/>
          </a:prstGeom>
          <a:noFill/>
          <a:ln w="12700">
            <a:solidFill>
              <a:srgbClr val="5E667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15400" y="5102352"/>
            <a:ext cx="3246120" cy="658368"/>
          </a:xfrm>
          <a:prstGeom prst="roundRect">
            <a:avLst>
              <a:gd name="adj" fmla="val 9722"/>
            </a:avLst>
          </a:prstGeom>
          <a:solidFill>
            <a:srgbClr val="EFF0F2"/>
          </a:solidFill>
          <a:ln w="12700">
            <a:solidFill>
              <a:srgbClr val="5E667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25128" y="5102352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67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9756648" y="51023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32638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1" name="Text 69"/>
          <p:cNvSpPr/>
          <p:nvPr/>
        </p:nvSpPr>
        <p:spPr>
          <a:xfrm>
            <a:off x="450342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801100" y="1298448"/>
            <a:ext cx="0" cy="44622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3" name="Text 71"/>
          <p:cNvSpPr/>
          <p:nvPr/>
        </p:nvSpPr>
        <p:spPr>
          <a:xfrm>
            <a:off x="7978140" y="5779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02920" y="6071616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050" dirty="0"/>
          </a:p>
          <a:p>
            <a:pPr indent="0" marL="0">
              <a:buNone/>
            </a:pPr>
            <a:r>
              <a:rPr lang="en-US" sz="95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middle-school teachers sit under elementary or secondary before 2003, with elementary (2310) after.      </a:t>
            </a:r>
            <a:pPr indent="0" marL="0">
              <a:buNone/>
            </a:pPr>
            <a:r>
              <a:rPr lang="en-US" sz="9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Never included: postsecondary (2200s) · tutors (2350) · teaching assistants (2540/2545) · childcare workers (4600) · administrators (0230).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5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6_whym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2026-09-22T14:51:18Z</dcterms:created>
  <dcterms:modified xsi:type="dcterms:W3CDTF">2026-09-22T14:51:18Z</dcterms:modified>
</cp:coreProperties>
</file>