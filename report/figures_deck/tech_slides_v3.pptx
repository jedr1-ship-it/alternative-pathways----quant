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96596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6596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4068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1540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1540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9202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568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0720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040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5664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6596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568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0720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040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8192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512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5664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0040" y="35112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96596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568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80720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1208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4068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5040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8192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2512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75664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0040" y="430682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6596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7568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80720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21208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4068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5040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8192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8680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1540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2512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5664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510235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7568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80720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21208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5040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28192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68680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1540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2512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75664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2638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50342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80110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97814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c_pai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5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6_whym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2026-09-23T08:14:58Z</dcterms:created>
  <dcterms:modified xsi:type="dcterms:W3CDTF">2026-09-23T08:14:58Z</dcterms:modified>
</cp:coreProperties>
</file>