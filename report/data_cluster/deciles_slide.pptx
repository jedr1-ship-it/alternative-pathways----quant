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Leavers are concentrated in the bottom two deciles.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