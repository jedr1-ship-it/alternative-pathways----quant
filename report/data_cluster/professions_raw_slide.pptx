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Leaving by profession, annual rates (no smoothing)</a:t>
            </a:r>
          </a:p>
        </p:txBody>
      </p:sp>
      <p:pic>
        <p:nvPicPr>
          <p:cNvPr id="3" name="Picture 2" descr="leave_professions_raw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97280"/>
            <a:ext cx="905256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60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480"/>
                </a:solidFill>
                <a:latin typeface="Garamond"/>
              </a:rPr>
              <a:t>Raw annual rates with 95% bands; the main-deck version shows 3-year moving averages of these same series.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46920" y="274320"/>
            <a:ext cx="1777593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Annual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766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Garamond"/>
              </a:rPr>
              <a:t>(copy this button to the main deck)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