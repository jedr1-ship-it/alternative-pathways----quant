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7.xml"/><Relationship Id="rId4" Type="http://schemas.openxmlformats.org/officeDocument/2006/relationships/slide" Target="slide48.xml"/><Relationship Id="rId5" Type="http://schemas.openxmlformats.org/officeDocument/2006/relationships/slide" Target="slide49.xml"/><Relationship Id="rId6" Type="http://schemas.openxmlformats.org/officeDocument/2006/relationships/slide" Target="slide5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