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The two peaks call for different levers: the young trade teaching for other jobs — a retention problem (mentorship, secure placements, early-career conditions); the old leave the labor force — a timing problem (extending careers). Re-attraction can only work on the first.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