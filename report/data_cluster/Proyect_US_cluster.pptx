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4.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8.xml"/><Relationship Id="rId4" Type="http://schemas.openxmlformats.org/officeDocument/2006/relationships/slide" Target="slide49.xml"/><Relationship Id="rId5" Type="http://schemas.openxmlformats.org/officeDocument/2006/relationships/slide" Target="slide50.xml"/><Relationship Id="rId6" Type="http://schemas.openxmlformats.org/officeDocument/2006/relationships/slide" Target="slide5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1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2002–24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184987" y="1051560"/>
            <a:ext cx="9791544"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to study follows age, and teacher leavers mirror the typical graduate out of the labor force: 45% of those under 30 are enrolled in school, next to 60% among all graduates. After 40, almost none study.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2002–2024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comparable-codes period (5,791 leavers) the composition barely moves: 26 to another job, 35 retired, 27 out of the labor force before 55 and 12 unemployed; the employed split is 22 / 9 / 30 / 39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