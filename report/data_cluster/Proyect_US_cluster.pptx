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Each peak needs its own lever: retention for the young, who leave for other jobs; career extension for the old, who retire.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