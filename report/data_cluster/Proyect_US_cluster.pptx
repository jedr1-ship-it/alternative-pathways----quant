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1997–2024 average leaving rate from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One observation per person per year (~3,700 teachers) against ~11,000 monthly teacher observations.</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olf55.png"/>
          <p:cNvPicPr>
            <a:picLocks noChangeAspect="1"/>
          </p:cNvPicPr>
          <p:nvPr/>
        </p:nvPicPr>
        <p:blipFill>
          <a:blip r:embed="rId2"/>
          <a:stretch>
            <a:fillRect/>
          </a:stretch>
        </p:blipFill>
        <p:spPr>
          <a:xfrm>
            <a:off x="1184987" y="1051560"/>
            <a:ext cx="9791544"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to study follows age, and teacher leavers mirror the typical graduate out of the labor force: 45% of those under 30 are enrolled in school, next to 60% among all graduates. After 40, almost none study.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three core codes moves the 1997–2024 average from 8.6 to 8.7.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