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nursing and social work in age and gender, and to social work in education. It differs in pay, weeks worked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Teachers sit 4% below their 1997 level, while comparable professions grew by about 12% on average.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2600"/>
              </a:spcAft>
            </a:pPr>
            <a:r>
              <a:rPr sz="1900" b="1" i="0">
                <a:solidFill>
                  <a:srgbClr val="2D6CB5"/>
                </a:solidFill>
                <a:latin typeface="Garamond"/>
              </a:rPr>
              <a:t>▪  </a:t>
            </a:r>
            <a:r>
              <a:rPr sz="1900" b="0" i="0">
                <a:solidFill>
                  <a:srgbClr val="212529"/>
                </a:solidFill>
                <a:latin typeface="Garamond"/>
              </a:rPr>
              <a:t>Teacher attrition is not bad in itself. Much of it reflects an active labor market, and it moves with the general cycle. The question for policy is who leaves, and why.</a:t>
            </a:r>
          </a:p>
          <a:p>
            <a:pPr algn="l">
              <a:lnSpc>
                <a:spcPts val="2432"/>
              </a:lnSpc>
              <a:spcAft>
                <a:spcPts val="2600"/>
              </a:spcAft>
            </a:pPr>
            <a:r>
              <a:rPr sz="1900" b="1" i="0">
                <a:solidFill>
                  <a:srgbClr val="2D6CB5"/>
                </a:solidFill>
                <a:latin typeface="Garamond"/>
              </a:rPr>
              <a:t>▪  </a:t>
            </a:r>
            <a:r>
              <a:rPr sz="1900" b="0" i="0">
                <a:solidFill>
                  <a:srgbClr val="212529"/>
                </a:solidFill>
                <a:latin typeface="Garamond"/>
              </a:rPr>
              <a:t>Working conditions weigh heavily. A full-year contract is the single strongest protection against leaving, so job security is fundamental to retain a teacher.</a:t>
            </a:r>
          </a:p>
          <a:p>
            <a:pPr algn="l">
              <a:lnSpc>
                <a:spcPts val="2432"/>
              </a:lnSpc>
              <a:spcAft>
                <a:spcPts val="2600"/>
              </a:spcAft>
            </a:pPr>
            <a:r>
              <a:rPr sz="1900" b="1" i="0">
                <a:solidFill>
                  <a:srgbClr val="2D6CB5"/>
                </a:solidFill>
                <a:latin typeface="Garamond"/>
              </a:rPr>
              <a:t>▪  </a:t>
            </a:r>
            <a:r>
              <a:rPr sz="1900" b="0" i="0">
                <a:solidFill>
                  <a:srgbClr val="212529"/>
                </a:solidFill>
                <a:latin typeface="Garamond"/>
              </a:rPr>
              <a:t>Not everyone who leaves earns more afterwards, and leaving concentrates at the bottom of the pay scale. The financial lever still has room as a retention incentive.</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A quarter of exits are neither another job nor retirement but care at home or further study. Flexibility can bring that group back, and additional qualifications should pay when they return.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297304" y="1097280"/>
            <a:ext cx="956691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