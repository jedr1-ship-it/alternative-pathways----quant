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Accountants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44.1</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31.3</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11.0</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77,000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6,897</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nursing and social work in age and gender, and to social work in education. It differs in pay, weeks worked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about the same rate as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Teachers sit 4% below their 1997 level, while comparable professions grew by about 12% on average.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