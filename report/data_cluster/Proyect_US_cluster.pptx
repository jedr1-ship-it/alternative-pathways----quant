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6.xml"/><Relationship Id="rId4" Type="http://schemas.openxmlformats.org/officeDocument/2006/relationships/slide" Target="slide47.xml"/><Relationship Id="rId5" Type="http://schemas.openxmlformats.org/officeDocument/2006/relationships/slide" Target="slide48.xml"/><Relationship Id="rId6" Type="http://schemas.openxmlformats.org/officeDocument/2006/relationships/slide" Target="slide4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Accountants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44.1</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31.3</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11.0</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77,000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6,897</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nursing and social work in age and gender, and to social work in education. It differs in pay, weeks worked and the public sector.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about the same rate as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Teachers sit 4% below their 1997 level, while comparable professions grew by about 12% on average.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325880"/>
            <a:ext cx="10789920" cy="5120640"/>
          </a:xfrm>
          <a:prstGeom prst="rect">
            <a:avLst/>
          </a:prstGeom>
          <a:noFill/>
        </p:spPr>
        <p:txBody>
          <a:bodyPr wrap="square" lIns="0" rIns="0" tIns="0" bIns="0">
            <a:spAutoFit/>
          </a:bodyPr>
          <a:lstStyle/>
          <a:p>
            <a:pPr algn="l">
              <a:lnSpc>
                <a:spcPts val="2432"/>
              </a:lnSpc>
              <a:spcAft>
                <a:spcPts val="24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leaving rate.</a:t>
            </a:r>
          </a:p>
          <a:p>
            <a:pPr algn="l">
              <a:lnSpc>
                <a:spcPts val="2432"/>
              </a:lnSpc>
              <a:spcAft>
                <a:spcPts val="2400"/>
              </a:spcAft>
            </a:pPr>
            <a:r>
              <a:rPr sz="1900" b="1" i="0">
                <a:solidFill>
                  <a:srgbClr val="2D6CB5"/>
                </a:solidFill>
                <a:latin typeface="Garamond"/>
              </a:rPr>
              <a:t>▪  </a:t>
            </a:r>
            <a:r>
              <a:rPr sz="1900" b="0" i="0">
                <a:solidFill>
                  <a:srgbClr val="212529"/>
                </a:solidFill>
                <a:latin typeface="Garamond"/>
              </a:rPr>
              <a:t>The financial margin still has room as a retention incentive in the US. Most leavers concentrate in the bottom deciles of income.</a:t>
            </a:r>
          </a:p>
          <a:p>
            <a:pPr algn="l">
              <a:lnSpc>
                <a:spcPts val="2432"/>
              </a:lnSpc>
              <a:spcAft>
                <a:spcPts val="2400"/>
              </a:spcAft>
            </a:pPr>
            <a:r>
              <a:rPr sz="1900" b="1" i="0">
                <a:solidFill>
                  <a:srgbClr val="2D6CB5"/>
                </a:solidFill>
                <a:latin typeface="Garamond"/>
              </a:rPr>
              <a:t>▪  </a:t>
            </a:r>
            <a:r>
              <a:rPr sz="1900" b="0" i="0">
                <a:solidFill>
                  <a:srgbClr val="212529"/>
                </a:solidFill>
                <a:latin typeface="Garamond"/>
              </a:rPr>
              <a:t>A quarter of exits are neither another job nor retirement but care at home or further study. Flexibility can ease the return of part of that group, and additional qualifications should pay when they return.</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Age matters beyond working conditions. The risk of leaving follows the life cycle and is highest at the two ends of a career: the young leave for other jobs or further study, the old retire. Early-career mentoring is where prevention pays the most.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