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06424"/>
            <a:ext cx="10844784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51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95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390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583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60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046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1664208"/>
            <a:ext cx="10844784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390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718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416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046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751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95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390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72,164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10,291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8718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53,329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560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10,610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7046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751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72,672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95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11,070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390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83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71,415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9,461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416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54,077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8,506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7046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7160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751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73,339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95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0390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8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583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72,657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727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9,736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8718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16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55,044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560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7160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751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73,089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0390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5488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583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72,279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727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9,692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8718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3816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416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55,915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560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60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751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72,986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95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0390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583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71,715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727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8718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3816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416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560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9,300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7046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73,591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95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11,617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0390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583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70,510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727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8718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416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55,485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6560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7200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37160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751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74,178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895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0390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5488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3583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71,588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8718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3816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416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6560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9,493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7046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751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73,730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8895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11,383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0390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5488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583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71,694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727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11,284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8718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3816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7416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56,093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9,206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7046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7160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751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84,310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895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390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5488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583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82,021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727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1,292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8718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13816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416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64,024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560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1,364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7046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751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84,631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895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494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0390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5488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583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83,121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727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18718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3816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7416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64,493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560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57046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7160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9751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84,906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8895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201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0390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5488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583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27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18718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3816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416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64,761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560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304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57046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457200" y="4301337"/>
            <a:ext cx="10844784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457200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37160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9751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839,825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8895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178,187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80390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1,221,832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5488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583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821,894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727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165,838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18718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1,203,862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13816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7416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634,658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6560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142,630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57046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944,897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0" y="4584801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Distinct persons (New + Seen last yr)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37160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5488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138160" y="45848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4813401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 supplement (ASEC), each person once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37160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75488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38160" y="4813401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457200" y="5042001"/>
            <a:ext cx="10844784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457200" y="5160873"/>
            <a:ext cx="112471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Adults (18+); every cell counts persons. Within a month: New + Seen this yr + Seen last yr = Total, the month’s interviews (≈100k in the 2000s). Down a column: the Totals sum to the year’s interviews (2006: 1,221,832), while New + Seen last yr counts each person exactly once → distinct persons (2006: 203,820 + 178,187 = 382,007). The ASEC = the March respondents + the February–April oversamples: 38% of the distinct persons, 12% of the interviews, 1.45× a single March.</a:t>
            </a:r>
          </a:p>
        </p:txBody>
      </p:sp>
      <p:sp>
        <p:nvSpPr>
          <p:cNvPr id="200" name="Rounded Rectangle 199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