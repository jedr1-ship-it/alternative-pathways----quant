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1.xml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Sample sizes by survey year</a:t>
            </a:r>
          </a:p>
        </p:txBody>
      </p:sp>
      <p:pic>
        <p:nvPicPr>
          <p:cNvPr id="3" name="Picture 2" descr="sampletab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647" y="868680"/>
            <a:ext cx="8430224" cy="5349239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67665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640080" y="6327648"/>
            <a:ext cx="1973275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detail</a:t>
            </a:r>
          </a:p>
        </p:txBody>
      </p:sp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Monthly interviews by panel status</a:t>
            </a:r>
          </a:p>
        </p:txBody>
      </p:sp>
      <p:pic>
        <p:nvPicPr>
          <p:cNvPr id="3" name="Picture 2" descr="sampletab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82"/>
            <a:ext cx="11155680" cy="4983435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