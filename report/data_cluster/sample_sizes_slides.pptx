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Sample sizes by survey year</a:t>
            </a:r>
          </a:p>
        </p:txBody>
      </p:sp>
      <p:pic>
        <p:nvPicPr>
          <p:cNvPr id="3" name="Picture 2" descr="sampleta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826" y="868680"/>
            <a:ext cx="7645866" cy="534924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64008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detail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Monthly interviews by panel status</a:t>
            </a:r>
          </a:p>
        </p:txBody>
      </p:sp>
      <p:pic>
        <p:nvPicPr>
          <p:cNvPr id="3" name="Picture 2" descr="sampletab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08" y="868680"/>
            <a:ext cx="10885703" cy="534924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