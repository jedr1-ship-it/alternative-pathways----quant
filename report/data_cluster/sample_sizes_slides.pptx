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1.xml"/><Relationship Id="rId4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144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Sample sizes by survey year</a:t>
            </a:r>
          </a:p>
        </p:txBody>
      </p:sp>
      <p:pic>
        <p:nvPicPr>
          <p:cNvPr id="3" name="Picture 2" descr="sampletab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826" y="868680"/>
            <a:ext cx="7645866" cy="5349240"/>
          </a:xfrm>
          <a:prstGeom prst="rect">
            <a:avLst/>
          </a:prstGeom>
        </p:spPr>
      </p:pic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9464040" y="274320"/>
            <a:ext cx="1777593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sample sizes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64040" y="676656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B7480"/>
                </a:solidFill>
                <a:latin typeface="Garamond"/>
              </a:rPr>
              <a:t>(copy this button to the main deck)</a:t>
            </a:r>
          </a:p>
        </p:txBody>
      </p:sp>
      <p:sp>
        <p:nvSpPr>
          <p:cNvPr id="6" name="Rounded Rectangle 5">
            <a:hlinkClick action="ppaction://hlinksldjump" r:id="rId4"/>
          </p:cNvPr>
          <p:cNvSpPr/>
          <p:nvPr/>
        </p:nvSpPr>
        <p:spPr>
          <a:xfrm>
            <a:off x="640080" y="6327648"/>
            <a:ext cx="1973275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monthly detail</a:t>
            </a:r>
          </a:p>
        </p:txBody>
      </p:sp>
      <p:sp>
        <p:nvSpPr>
          <p:cNvPr id="7" name="Rounded Rectangle 6">
            <a:hlinkClick action="ppaction://hlinksldjump" r:id="rId3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144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Monthly interviews by panel status</a:t>
            </a:r>
          </a:p>
        </p:txBody>
      </p:sp>
      <p:pic>
        <p:nvPicPr>
          <p:cNvPr id="3" name="Picture 2" descr="sampletab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392" y="868680"/>
            <a:ext cx="9876735" cy="5349240"/>
          </a:xfrm>
          <a:prstGeom prst="rect">
            <a:avLst/>
          </a:prstGeom>
        </p:spPr>
      </p:pic>
      <p:sp>
        <p:nvSpPr>
          <p:cNvPr id="4" name="Rounded Rectangle 3">
            <a:hlinkClick action="ppaction://hlinksldjump" r:id="rId3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