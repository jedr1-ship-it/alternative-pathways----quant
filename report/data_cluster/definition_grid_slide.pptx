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Every combination of the two definitions</a:t>
            </a:r>
          </a:p>
        </p:txBody>
      </p:sp>
      <p:pic>
        <p:nvPicPr>
          <p:cNvPr id="3" name="Picture 2" descr="definit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93" y="932688"/>
            <a:ext cx="9259932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436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480"/>
                </a:solidFill>
                <a:latin typeface="Garamond"/>
              </a:rPr>
              <a:t>Pooled 2005–2024, weighted; a leaver is always a person never seen teaching in year 2. The rate falls steeply with the year-1 teaching requirement and barely moves with the year-2 evidence requirement. Single, Pair, Triple and Strict are the second column.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561320" y="6327648"/>
            <a:ext cx="914400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