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dot as the change in the probability of leaving, in percentage points, against an average of about 7 in 100 teachers a year. The hierarchy is clear. First, the contract: a full-year contract goes with 8.5 points less leaving, and a part-time contract with 4.3 points more. These are the largest effects on the chart. Second, life events: a new baby adds 4.6 points and a disability 4.2. Third, economic security: a pension plan and a public-school job each cut leaving by about 2.3 points, and living in a bottom-quartile household adds 2.5. Surprisingly, demographics matter much less: being a woman, being Black or holding a master's degree moves the rate by 2 points at most once contracts, life events and security are accounted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What correlates with leaving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B7480"/>
                </a:solidFill>
                <a:latin typeface="Garamond"/>
              </a:rPr>
              <a:t>1</a:t>
            </a:r>
          </a:p>
        </p:txBody>
      </p:sp>
      <p:pic>
        <p:nvPicPr>
          <p:cNvPr id="4" name="Picture 3" descr="ame_ext_no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356" y="960120"/>
            <a:ext cx="939480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