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</a:pPr>
            <a:r>
              <a:rPr sz="2800" b="1">
                <a:solidFill>
                  <a:srgbClr val="102D5E"/>
                </a:solidFill>
                <a:latin typeface="Garamond"/>
              </a:rPr>
              <a:t>And the youngest of them leave to study</a:t>
            </a:r>
          </a:p>
        </p:txBody>
      </p:sp>
      <p:pic>
        <p:nvPicPr>
          <p:cNvPr id="3" name="Picture 2" descr="study_olf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92" y="1097280"/>
            <a:ext cx="9593735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 b="0">
                <a:solidFill>
                  <a:srgbClr val="212529"/>
                </a:solidFill>
                <a:latin typeface="Garamond"/>
              </a:rPr>
              <a:t>Leaving to study follows age, and teacher leavers mirror the typical graduate out of the labor force: 45% of those under 30 are enrolled in school, next to 60% among all graduates. After 40, almost none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