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Disadvantages of each option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5879592" cy="60533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4630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A. Following individuals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24028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Identity is not certain, validation can admit noisy people.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Movers are lost. About 25% of addresses are not found a year later.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Normal household attrition on top.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4.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Strong seasonality in teaching.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5.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Many ways to define the rate (next slide).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463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B. Retrospective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Recall bias.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Less sample. Using only March, we observe ~4,000 teachers a year, once each. Using all twelve months we would observe ~11,000 teachers, three times each — but the retrospective questions that define the leaving rate are only asked in March.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Only March-to-March transitions. Within-year spells are smoothed away.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822960" y="6327648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Linkage loss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2746857" y="6327648"/>
            <a:ext cx="2756001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Definition sensitivity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5649163" y="6327648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