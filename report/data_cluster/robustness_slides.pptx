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326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What correlates with leaving, 1997–2024</a:t>
            </a:r>
          </a:p>
        </p:txBody>
      </p:sp>
      <p:pic>
        <p:nvPicPr>
          <p:cNvPr id="3" name="Picture 2" descr="ame_ally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694" y="960119"/>
            <a:ext cx="8598130" cy="48920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08192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B7480"/>
                </a:solidFill>
                <a:latin typeface="Garamond"/>
              </a:rPr>
              <a:t>Probit average marginal effects in percentage points; N = 84,146 teacher-year observations, calendar 1997–2024. Benchmark: the sample's average annual leaving probability is 7.7%, so +4.5 points for a new baby raises the risk by over half its baseline. Health, disability and income controls exist only from the 2019 supplement; adding them (N = 18,571) leaves every margin unchanged.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464040" y="274320"/>
            <a:ext cx="1581912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676656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B7480"/>
                </a:solidFill>
                <a:latin typeface="Garamond"/>
              </a:rPr>
              <a:t>(copy this button to the main deck)</a:t>
            </a:r>
          </a:p>
        </p:txBody>
      </p:sp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326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margins over the whole period</a:t>
            </a:r>
          </a:p>
        </p:txBody>
      </p:sp>
      <p:pic>
        <p:nvPicPr>
          <p:cNvPr id="3" name="Picture 2" descr="robtable_ally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597" y="914400"/>
            <a:ext cx="5640324" cy="5394959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326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Fixed-effects variants, full specification</a:t>
            </a:r>
          </a:p>
        </p:txBody>
      </p:sp>
      <p:pic>
        <p:nvPicPr>
          <p:cNvPr id="3" name="Picture 2" descr="robtabl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0689" y="914400"/>
            <a:ext cx="6180141" cy="5394959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326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LPM vs logit vs probit, full specification</a:t>
            </a:r>
          </a:p>
        </p:txBody>
      </p:sp>
      <p:pic>
        <p:nvPicPr>
          <p:cNvPr id="3" name="Picture 2" descr="robtabl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7723" y="914400"/>
            <a:ext cx="6706072" cy="5394960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