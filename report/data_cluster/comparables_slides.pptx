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11247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02D5E"/>
                </a:solidFill>
                <a:latin typeface="Garamond"/>
              </a:rPr>
              <a:t>Comparable professions</a:t>
            </a:r>
          </a:p>
        </p:txBody>
      </p:sp>
      <p:pic>
        <p:nvPicPr>
          <p:cNvPr id="3" name="Picture 2" descr="comparable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864315"/>
            <a:ext cx="9784080" cy="45807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7150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48"/>
              </a:lnSpc>
            </a:pPr>
            <a:r>
              <a:rPr sz="1600" b="1">
                <a:solidFill>
                  <a:srgbClr val="102D5E"/>
                </a:solidFill>
                <a:latin typeface="Garamond"/>
              </a:rPr>
              <a:t>Key message.  </a:t>
            </a:r>
            <a:r>
              <a:rPr sz="1600">
                <a:solidFill>
                  <a:srgbClr val="212529"/>
                </a:solidFill>
                <a:latin typeface="Garamond"/>
              </a:rPr>
              <a:t>Teaching is similar to nursing, social work and counseling in age and gender, and to social work in education and wages; the main difference is nurses' pay.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11018520" y="6382512"/>
            <a:ext cx="994867" cy="347472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700" b="1">
                <a:solidFill>
                  <a:srgbClr val="102D5E"/>
                </a:solidFill>
                <a:latin typeface="Garamond"/>
              </a:rPr>
              <a:t>☞ </a:t>
            </a:r>
            <a:r>
              <a:rPr sz="135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