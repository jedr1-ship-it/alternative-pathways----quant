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Are the margins stable over time?</a:t>
            </a:r>
          </a:p>
        </p:txBody>
      </p:sp>
      <p:pic>
        <p:nvPicPr>
          <p:cNvPr id="3" name="Picture 2" descr="ame_twoperi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141" y="1005840"/>
            <a:ext cx="8423237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6B7480"/>
                </a:solidFill>
                <a:latin typeface="Garamond"/>
              </a:rPr>
              <a:t>Probit average marginal effects, reduced controls in both periods. Age enters as a quadratic and is therefore not shown. Baseline rates: 7.9% (1997–2017) and 7.3% (2018–2024).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margins over the whole period</a:t>
            </a:r>
          </a:p>
        </p:txBody>
      </p:sp>
      <p:pic>
        <p:nvPicPr>
          <p:cNvPr id="3" name="Picture 2" descr="ame_ally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516" y="1005840"/>
            <a:ext cx="8678487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6B7480"/>
                </a:solidFill>
                <a:latin typeface="Garamond"/>
              </a:rPr>
              <a:t>Probit average marginal effects, surveys 1998–2025, N = 84,146. Age enters as a quadratic and is therefore not shown.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Is the linkage loss selective?</a:t>
            </a:r>
          </a:p>
        </p:txBody>
      </p:sp>
      <p:pic>
        <p:nvPicPr>
          <p:cNvPr id="3" name="Picture 2" descr="seltab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4600" y="914400"/>
            <a:ext cx="4332318" cy="5760720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10561320" y="6327648"/>
            <a:ext cx="914400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